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3C4C"/>
                </a:solidFill>
              </a:rPr>
              <a:t>A home for your knowledge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36D7E"/>
                </a:solidFill>
              </a:rPr>
              <a:t>Categories → Documents → Sections → Pages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2026-09-28T23:15:14Z</dcterms:created>
  <dcterms:modified xsi:type="dcterms:W3CDTF">2026-09-28T23:15:14Z</dcterms:modified>
</cp:coreProperties>
</file>